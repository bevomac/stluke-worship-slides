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3"/>
  </p:notesMasterIdLst>
  <p:handoutMasterIdLst>
    <p:handoutMasterId r:id="rId84"/>
  </p:handoutMasterIdLst>
  <p:sldIdLst/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456B"/>
    <a:srgbClr val="1E5D7C"/>
    <a:srgbClr val="FABDA7"/>
    <a:srgbClr val="1D4660"/>
    <a:srgbClr val="957B7A"/>
    <a:srgbClr val="EECEB8"/>
    <a:srgbClr val="867880"/>
    <a:srgbClr val="667980"/>
    <a:srgbClr val="80757E"/>
    <a:srgbClr val="3544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55"/>
    <p:restoredTop sz="90791"/>
  </p:normalViewPr>
  <p:slideViewPr>
    <p:cSldViewPr snapToGrid="0" snapToObjects="1">
      <p:cViewPr varScale="1">
        <p:scale>
          <a:sx n="69" d="100"/>
          <a:sy n="69" d="100"/>
        </p:scale>
        <p:origin x="184" y="10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3" Type="http://schemas.openxmlformats.org/officeDocument/2006/relationships/notesMaster" Target="notesMasters/notesMaster1.xml"/><Relationship Id="rId84" Type="http://schemas.openxmlformats.org/officeDocument/2006/relationships/handoutMaster" Target="handoutMasters/handout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4C867B-4413-1041-BAD4-920B861DD9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FD14EA-0F2C-0F4B-89A8-103CE8FBA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4E53C3-7BC0-1F41-B341-C5896F6D37F2}" type="datetimeFigureOut">
              <a:rPr lang="en-US" smtClean="0"/>
              <a:t>2/21/26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A14428-232C-F24F-AC86-075770247F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6E82C-4489-3845-873F-BC0075F4AE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84F944-478D-AC4B-85FF-852B70EE3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4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595AD8-97E4-CF44-8CC6-BD8569DAB3FF}" type="datetimeFigureOut">
              <a:rPr lang="en-US" smtClean="0"/>
              <a:t>2/21/26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22DEAF-E712-074B-B041-F743B6AB9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317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22411FC-8CBE-EC4A-8BBE-C7F90E5849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333" y="90488"/>
            <a:ext cx="4660692" cy="658888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FDB7C86-2091-CD45-A55E-A60E4AC0B5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49838" y="90488"/>
            <a:ext cx="3835400" cy="1887537"/>
          </a:xfrm>
        </p:spPr>
        <p:txBody>
          <a:bodyPr>
            <a:normAutofit/>
          </a:bodyPr>
          <a:lstStyle>
            <a:lvl1pPr marL="0" indent="0" algn="ctr">
              <a:buNone/>
              <a:defRPr sz="4000" b="1" i="0">
                <a:latin typeface="Bookman Old Style" panose="020506040505050202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B78D3FF5-CF27-D441-84BC-EE12ADAB22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49838" y="2091566"/>
            <a:ext cx="3835400" cy="1887537"/>
          </a:xfrm>
        </p:spPr>
        <p:txBody>
          <a:bodyPr>
            <a:normAutofit/>
          </a:bodyPr>
          <a:lstStyle>
            <a:lvl1pPr marL="0" indent="0" algn="ctr">
              <a:buNone/>
              <a:defRPr sz="3800" b="0" i="0">
                <a:latin typeface="Bookman Old Style" panose="02050604050505020204" pitchFamily="18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E77B8CCA-ED46-3444-9953-CF132E1051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49838" y="4092644"/>
            <a:ext cx="3835400" cy="1887537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12E6BA6B-73E1-BD42-B35F-29DBD6AAE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9838" y="6093722"/>
            <a:ext cx="3835400" cy="522425"/>
          </a:xfrm>
        </p:spPr>
        <p:txBody>
          <a:bodyPr>
            <a:noAutofit/>
          </a:bodyPr>
          <a:lstStyle>
            <a:lvl1pPr marL="0" indent="0" algn="ctr">
              <a:buNone/>
              <a:defRPr sz="3500">
                <a:latin typeface="Niagara Engraved" pitchFamily="82" charset="77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562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66218"/>
            <a:ext cx="7886700" cy="1325563"/>
          </a:xfrm>
        </p:spPr>
        <p:txBody>
          <a:bodyPr>
            <a:normAutofit/>
          </a:bodyPr>
          <a:lstStyle>
            <a:lvl1pPr algn="ctr">
              <a:defRPr sz="75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75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4354"/>
            <a:ext cx="7886700" cy="1968363"/>
          </a:xfrm>
        </p:spPr>
        <p:txBody>
          <a:bodyPr anchor="b">
            <a:norm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252717"/>
            <a:ext cx="7886700" cy="1500187"/>
          </a:xfrm>
        </p:spPr>
        <p:txBody>
          <a:bodyPr>
            <a:noAutofit/>
          </a:bodyPr>
          <a:lstStyle>
            <a:lvl1pPr marL="0" indent="0" algn="r">
              <a:buNone/>
              <a:defRPr sz="5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97672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608493"/>
            <a:ext cx="7886700" cy="1399211"/>
          </a:xfrm>
        </p:spPr>
        <p:txBody>
          <a:bodyPr anchor="b">
            <a:no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425148"/>
            <a:ext cx="7886700" cy="4204252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4502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4354"/>
            <a:ext cx="7886700" cy="1968363"/>
          </a:xfrm>
        </p:spPr>
        <p:txBody>
          <a:bodyPr anchor="b">
            <a:norm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252717"/>
            <a:ext cx="7886700" cy="1500187"/>
          </a:xfrm>
        </p:spPr>
        <p:txBody>
          <a:bodyPr>
            <a:noAutofit/>
          </a:bodyPr>
          <a:lstStyle>
            <a:lvl1pPr marL="0" indent="0" algn="r">
              <a:buNone/>
              <a:defRPr sz="5400" b="1"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8226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502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009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370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707884"/>
            <a:ext cx="7886700" cy="1968363"/>
          </a:xfrm>
        </p:spPr>
        <p:txBody>
          <a:bodyPr anchor="b">
            <a:norm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676246"/>
            <a:ext cx="7886700" cy="1292088"/>
          </a:xfrm>
        </p:spPr>
        <p:txBody>
          <a:bodyPr>
            <a:noAutofit/>
          </a:bodyPr>
          <a:lstStyle>
            <a:lvl1pPr marL="0" indent="0" algn="r">
              <a:buNone/>
              <a:defRPr sz="4000" b="1"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24CBBB6-B85B-ED46-97E8-81949750979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23888" y="4154557"/>
            <a:ext cx="7886700" cy="2305878"/>
          </a:xfrm>
        </p:spPr>
        <p:txBody>
          <a:bodyPr>
            <a:noAutofit/>
          </a:bodyPr>
          <a:lstStyle>
            <a:lvl1pPr marL="0" indent="0" algn="l">
              <a:buNone/>
              <a:defRPr sz="4000" b="0">
                <a:solidFill>
                  <a:schemeClr val="bg1"/>
                </a:solidFill>
                <a:effectLst>
                  <a:outerShdw blurRad="50800" dist="50800" dir="5400000" algn="ctr" rotWithShape="0">
                    <a:schemeClr val="bg1">
                      <a:alpha val="99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89294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331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7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4354"/>
            <a:ext cx="7886700" cy="1968363"/>
          </a:xfrm>
        </p:spPr>
        <p:txBody>
          <a:bodyPr anchor="b">
            <a:norm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252717"/>
            <a:ext cx="7886700" cy="1500187"/>
          </a:xfrm>
        </p:spPr>
        <p:txBody>
          <a:bodyPr>
            <a:no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4192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4354"/>
            <a:ext cx="7886700" cy="1968363"/>
          </a:xfrm>
        </p:spPr>
        <p:txBody>
          <a:bodyPr anchor="b">
            <a:norm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252717"/>
            <a:ext cx="7886700" cy="1500187"/>
          </a:xfrm>
        </p:spPr>
        <p:txBody>
          <a:bodyPr>
            <a:no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0331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665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274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727763"/>
            <a:ext cx="7886700" cy="1968363"/>
          </a:xfrm>
        </p:spPr>
        <p:txBody>
          <a:bodyPr anchor="b">
            <a:norm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696126"/>
            <a:ext cx="7886700" cy="1500187"/>
          </a:xfrm>
        </p:spPr>
        <p:txBody>
          <a:bodyPr>
            <a:no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7F60BD3-3CFE-4D43-8A43-6E8B56E15FE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23888" y="4667526"/>
            <a:ext cx="7886700" cy="662848"/>
          </a:xfrm>
        </p:spPr>
        <p:txBody>
          <a:bodyPr>
            <a:noAutofit/>
          </a:bodyPr>
          <a:lstStyle>
            <a:lvl1pPr marL="0" indent="0" algn="r">
              <a:buNone/>
              <a:defRPr sz="3500" b="0" i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92470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1560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1482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969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608493"/>
            <a:ext cx="7886700" cy="1816655"/>
          </a:xfrm>
        </p:spPr>
        <p:txBody>
          <a:bodyPr anchor="b">
            <a:no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425148"/>
            <a:ext cx="7886700" cy="4204252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29318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608493"/>
            <a:ext cx="7886700" cy="1816655"/>
          </a:xfrm>
        </p:spPr>
        <p:txBody>
          <a:bodyPr anchor="b">
            <a:no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425148"/>
            <a:ext cx="7886700" cy="4204252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08634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8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608493"/>
            <a:ext cx="7886700" cy="1816655"/>
          </a:xfrm>
        </p:spPr>
        <p:txBody>
          <a:bodyPr anchor="b">
            <a:no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425148"/>
            <a:ext cx="7886700" cy="4204252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367881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6972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88737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7090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4354"/>
            <a:ext cx="7886700" cy="1968363"/>
          </a:xfrm>
        </p:spPr>
        <p:txBody>
          <a:bodyPr anchor="b">
            <a:norm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252717"/>
            <a:ext cx="7886700" cy="1500187"/>
          </a:xfrm>
        </p:spPr>
        <p:txBody>
          <a:bodyPr>
            <a:no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80068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4354"/>
            <a:ext cx="7886700" cy="1968363"/>
          </a:xfrm>
        </p:spPr>
        <p:txBody>
          <a:bodyPr anchor="b">
            <a:norm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252717"/>
            <a:ext cx="7886700" cy="1500187"/>
          </a:xfrm>
        </p:spPr>
        <p:txBody>
          <a:bodyPr>
            <a:no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19750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4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0205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4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8103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4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5073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4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0275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4354"/>
            <a:ext cx="7886700" cy="1968363"/>
          </a:xfrm>
        </p:spPr>
        <p:txBody>
          <a:bodyPr anchor="b">
            <a:norm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252717"/>
            <a:ext cx="7886700" cy="1500187"/>
          </a:xfrm>
        </p:spPr>
        <p:txBody>
          <a:bodyPr>
            <a:noAutofit/>
          </a:bodyPr>
          <a:lstStyle>
            <a:lvl1pPr marL="0" indent="0" algn="r">
              <a:buNone/>
              <a:defRPr sz="50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3455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727763"/>
            <a:ext cx="7886700" cy="1968363"/>
          </a:xfrm>
        </p:spPr>
        <p:txBody>
          <a:bodyPr anchor="b">
            <a:norm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696126"/>
            <a:ext cx="7886700" cy="1500187"/>
          </a:xfrm>
        </p:spPr>
        <p:txBody>
          <a:bodyPr>
            <a:noAutofit/>
          </a:bodyPr>
          <a:lstStyle>
            <a:lvl1pPr marL="0" indent="0" algn="r">
              <a:buNone/>
              <a:defRPr sz="5000" b="1" i="1">
                <a:solidFill>
                  <a:schemeClr val="bg1"/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7F60BD3-3CFE-4D43-8A43-6E8B56E15FE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23888" y="4667526"/>
            <a:ext cx="7886700" cy="1497150"/>
          </a:xfrm>
        </p:spPr>
        <p:txBody>
          <a:bodyPr>
            <a:noAutofit/>
          </a:bodyPr>
          <a:lstStyle>
            <a:lvl1pPr marL="0" indent="0" algn="l">
              <a:buNone/>
              <a:defRPr sz="2500" b="0" i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79088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608493"/>
            <a:ext cx="7886700" cy="1816655"/>
          </a:xfrm>
        </p:spPr>
        <p:txBody>
          <a:bodyPr anchor="b">
            <a:no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425148"/>
            <a:ext cx="7886700" cy="4204252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55087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3390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9328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1750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3963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6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608493"/>
            <a:ext cx="7886700" cy="1816655"/>
          </a:xfrm>
        </p:spPr>
        <p:txBody>
          <a:bodyPr anchor="b">
            <a:no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425148"/>
            <a:ext cx="7886700" cy="4204252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85760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0843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36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47663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7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608493"/>
            <a:ext cx="7886700" cy="1816655"/>
          </a:xfrm>
        </p:spPr>
        <p:txBody>
          <a:bodyPr anchor="b">
            <a:no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425148"/>
            <a:ext cx="7886700" cy="4204252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890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8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4354"/>
            <a:ext cx="7886700" cy="1968363"/>
          </a:xfrm>
        </p:spPr>
        <p:txBody>
          <a:bodyPr anchor="b">
            <a:norm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252717"/>
            <a:ext cx="7886700" cy="1500187"/>
          </a:xfrm>
        </p:spPr>
        <p:txBody>
          <a:bodyPr>
            <a:noAutofit/>
          </a:bodyPr>
          <a:lstStyle>
            <a:lvl1pPr marL="0" indent="0" algn="r">
              <a:buNone/>
              <a:defRPr sz="5000" b="1" i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826815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4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40592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4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2994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4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71685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4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95936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9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608493"/>
            <a:ext cx="7886700" cy="1816655"/>
          </a:xfrm>
        </p:spPr>
        <p:txBody>
          <a:bodyPr anchor="b">
            <a:no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425148"/>
            <a:ext cx="7886700" cy="4204252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299248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0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608493"/>
            <a:ext cx="7886700" cy="1816655"/>
          </a:xfrm>
        </p:spPr>
        <p:txBody>
          <a:bodyPr anchor="b">
            <a:no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425148"/>
            <a:ext cx="7886700" cy="4204252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776799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4354"/>
            <a:ext cx="7886700" cy="1968363"/>
          </a:xfrm>
        </p:spPr>
        <p:txBody>
          <a:bodyPr anchor="b">
            <a:norm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252717"/>
            <a:ext cx="7886700" cy="1500187"/>
          </a:xfrm>
        </p:spPr>
        <p:txBody>
          <a:bodyPr>
            <a:noAutofit/>
          </a:bodyPr>
          <a:lstStyle>
            <a:lvl1pPr marL="0" indent="0" algn="r">
              <a:buNone/>
              <a:defRPr sz="5000" b="1" i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969147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4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9110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4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65451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4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17518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93281-B46A-1B45-BEB9-FA1C30196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504" y="377687"/>
            <a:ext cx="8328991" cy="61026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42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70878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608493"/>
            <a:ext cx="7886700" cy="1816655"/>
          </a:xfrm>
        </p:spPr>
        <p:txBody>
          <a:bodyPr anchor="b">
            <a:no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425148"/>
            <a:ext cx="7886700" cy="4204252"/>
          </a:xfrm>
        </p:spPr>
        <p:txBody>
          <a:bodyPr>
            <a:normAutofit/>
          </a:bodyPr>
          <a:lstStyle>
            <a:lvl1pPr marL="0" indent="0">
              <a:buNone/>
              <a:defRPr sz="4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4711863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727763"/>
            <a:ext cx="7886700" cy="1968363"/>
          </a:xfrm>
        </p:spPr>
        <p:txBody>
          <a:bodyPr anchor="b">
            <a:normAutofit/>
          </a:bodyPr>
          <a:lstStyle>
            <a:lvl1pPr algn="r">
              <a:defRPr sz="6600" b="1">
                <a:latin typeface="BIG CASLON MEDIUM" panose="02000603090000020003" pitchFamily="2" charset="-79"/>
                <a:cs typeface="BIG CASLON MEDIUM" panose="02000603090000020003" pitchFamily="2" charset="-79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2696126"/>
            <a:ext cx="7886700" cy="1500187"/>
          </a:xfrm>
        </p:spPr>
        <p:txBody>
          <a:bodyPr>
            <a:noAutofit/>
          </a:bodyPr>
          <a:lstStyle>
            <a:lvl1pPr marL="0" indent="0" algn="r">
              <a:buNone/>
              <a:defRPr sz="4500" b="1" i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B7F60BD3-3CFE-4D43-8A43-6E8B56E15FE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23888" y="5387008"/>
            <a:ext cx="7886700" cy="777667"/>
          </a:xfrm>
        </p:spPr>
        <p:txBody>
          <a:bodyPr>
            <a:noAutofit/>
          </a:bodyPr>
          <a:lstStyle>
            <a:lvl1pPr marL="0" indent="0" algn="ctr">
              <a:buNone/>
              <a:defRPr sz="3500" b="1" i="0">
                <a:solidFill>
                  <a:schemeClr val="bg1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F311B3-A328-7D44-9FCD-9B2C45DCA517}"/>
              </a:ext>
            </a:extLst>
          </p:cNvPr>
          <p:cNvSpPr txBox="1"/>
          <p:nvPr userDrawn="1"/>
        </p:nvSpPr>
        <p:spPr>
          <a:xfrm>
            <a:off x="5063717" y="4018158"/>
            <a:ext cx="3456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971550" marR="0" indent="-571500" algn="r">
              <a:spcBef>
                <a:spcPts val="0"/>
              </a:spcBef>
              <a:spcAft>
                <a:spcPts val="0"/>
              </a:spcAft>
              <a:tabLst>
                <a:tab pos="228600" algn="l"/>
                <a:tab pos="5943600" algn="r"/>
              </a:tabLst>
            </a:pPr>
            <a:r>
              <a:rPr lang="en-US" b="1" i="1" dirty="0">
                <a:ln>
                  <a:solidFill>
                    <a:schemeClr val="accent4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  <a:latin typeface="Tahoma" panose="020B0604030504040204" pitchFamily="34" charset="0"/>
                <a:ea typeface="Times New Roman" panose="02020603050405020304" pitchFamily="18" charset="0"/>
              </a:rPr>
              <a:t>1517 Media # SB122729</a:t>
            </a:r>
            <a:endParaRPr lang="en-US" sz="3600" b="1" dirty="0">
              <a:ln>
                <a:solidFill>
                  <a:schemeClr val="accent4"/>
                </a:solidFill>
              </a:ln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50800" dist="50800" dir="5400000" algn="ctr" rotWithShape="0">
                  <a:schemeClr val="tx1"/>
                </a:outerShdw>
              </a:effectLst>
              <a:ea typeface="Times New Roman" panose="02020603050405020304" pitchFamily="18" charset="0"/>
            </a:endParaRPr>
          </a:p>
          <a:p>
            <a:pPr marL="971550" marR="0" indent="-571500" algn="r">
              <a:spcBef>
                <a:spcPts val="0"/>
              </a:spcBef>
              <a:spcAft>
                <a:spcPts val="0"/>
              </a:spcAft>
              <a:tabLst>
                <a:tab pos="228600" algn="l"/>
                <a:tab pos="5943600" algn="r"/>
              </a:tabLst>
            </a:pPr>
            <a:r>
              <a:rPr lang="en-US" b="1" i="1" dirty="0">
                <a:ln>
                  <a:solidFill>
                    <a:schemeClr val="accent4"/>
                  </a:solidFill>
                </a:ln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50800" dist="50800" dir="5400000" algn="ctr" rotWithShape="0">
                    <a:schemeClr val="tx1"/>
                  </a:outerShdw>
                </a:effectLst>
                <a:latin typeface="Tahoma" panose="020B0604030504040204" pitchFamily="34" charset="0"/>
                <a:ea typeface="Times New Roman" panose="02020603050405020304" pitchFamily="18" charset="0"/>
              </a:rPr>
              <a:t>One License # A-725099</a:t>
            </a:r>
            <a:endParaRPr lang="en-US" sz="3600" b="1" dirty="0">
              <a:ln>
                <a:solidFill>
                  <a:schemeClr val="accent4"/>
                </a:solidFill>
              </a:ln>
              <a:solidFill>
                <a:schemeClr val="accent4">
                  <a:lumMod val="40000"/>
                  <a:lumOff val="60000"/>
                </a:schemeClr>
              </a:solidFill>
              <a:effectLst>
                <a:outerShdw blurRad="50800" dist="50800" dir="5400000" algn="ctr" rotWithShape="0">
                  <a:schemeClr val="tx1"/>
                </a:outerShdw>
              </a:effectLst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6959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Relationship Id="rId5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7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30BE73-8A8A-174C-906A-4413316A0DF8}" type="datetimeFigureOut">
              <a:rPr lang="en-US" smtClean="0"/>
              <a:t>2/21/26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E2CE27-2ACC-DB4F-8060-63A8CEB76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743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86" r:id="rId3"/>
    <p:sldLayoutId id="2147483672" r:id="rId4"/>
    <p:sldLayoutId id="2147483685" r:id="rId5"/>
    <p:sldLayoutId id="2147483674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736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37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  <p:sldLayoutId id="2147483712" r:id="rId32"/>
    <p:sldLayoutId id="2147483713" r:id="rId33"/>
    <p:sldLayoutId id="2147483714" r:id="rId34"/>
    <p:sldLayoutId id="2147483715" r:id="rId35"/>
    <p:sldLayoutId id="2147483716" r:id="rId36"/>
    <p:sldLayoutId id="2147483717" r:id="rId37"/>
    <p:sldLayoutId id="2147483718" r:id="rId38"/>
    <p:sldLayoutId id="2147483720" r:id="rId39"/>
    <p:sldLayoutId id="2147483719" r:id="rId40"/>
    <p:sldLayoutId id="2147483721" r:id="rId41"/>
    <p:sldLayoutId id="2147483722" r:id="rId42"/>
    <p:sldLayoutId id="2147483723" r:id="rId43"/>
    <p:sldLayoutId id="2147483724" r:id="rId44"/>
    <p:sldLayoutId id="2147483725" r:id="rId45"/>
    <p:sldLayoutId id="2147483726" r:id="rId46"/>
    <p:sldLayoutId id="2147483727" r:id="rId47"/>
    <p:sldLayoutId id="2147483728" r:id="rId48"/>
    <p:sldLayoutId id="2147483729" r:id="rId49"/>
    <p:sldLayoutId id="2147483730" r:id="rId50"/>
    <p:sldLayoutId id="2147483731" r:id="rId51"/>
    <p:sldLayoutId id="2147483732" r:id="rId52"/>
    <p:sldLayoutId id="2147483733" r:id="rId53"/>
    <p:sldLayoutId id="2147483734" r:id="rId54"/>
    <p:sldLayoutId id="2147483735" r:id="rId5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ln>
            <a:solidFill>
              <a:schemeClr val="bg1"/>
            </a:solidFill>
          </a:ln>
          <a:solidFill>
            <a:schemeClr val="bg1"/>
          </a:solidFill>
          <a:effectLst>
            <a:outerShdw blurRad="50800" dist="50800" dir="5400000" algn="ctr" rotWithShape="0">
              <a:schemeClr val="tx1"/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ln>
            <a:solidFill>
              <a:schemeClr val="bg1"/>
            </a:solidFill>
          </a:ln>
          <a:solidFill>
            <a:schemeClr val="bg1"/>
          </a:solidFill>
          <a:effectLst>
            <a:outerShdw blurRad="50800" dist="50800" dir="5400000" algn="ctr" rotWithShape="0">
              <a:schemeClr val="tx1"/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ln>
            <a:solidFill>
              <a:schemeClr val="bg1"/>
            </a:solidFill>
          </a:ln>
          <a:solidFill>
            <a:schemeClr val="bg1"/>
          </a:solidFill>
          <a:effectLst>
            <a:outerShdw blurRad="50800" dist="50800" dir="5400000" algn="ctr" rotWithShape="0">
              <a:schemeClr val="tx1"/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ln>
            <a:solidFill>
              <a:schemeClr val="bg1"/>
            </a:solidFill>
          </a:ln>
          <a:solidFill>
            <a:schemeClr val="bg1"/>
          </a:solidFill>
          <a:effectLst>
            <a:outerShdw blurRad="50800" dist="50800" dir="5400000" algn="ctr" rotWithShape="0">
              <a:schemeClr val="tx1"/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ln>
            <a:solidFill>
              <a:schemeClr val="bg1"/>
            </a:solidFill>
          </a:ln>
          <a:solidFill>
            <a:schemeClr val="bg1"/>
          </a:solidFill>
          <a:effectLst>
            <a:outerShdw blurRad="50800" dist="50800" dir="5400000" algn="ctr" rotWithShape="0">
              <a:schemeClr val="tx1"/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ln>
            <a:solidFill>
              <a:schemeClr val="bg1"/>
            </a:solidFill>
          </a:ln>
          <a:solidFill>
            <a:schemeClr val="bg1"/>
          </a:solidFill>
          <a:effectLst>
            <a:outerShdw blurRad="50800" dist="50800" dir="5400000" algn="ctr" rotWithShape="0">
              <a:schemeClr val="tx1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487008</TotalTime>
  <Words>3228</Words>
  <Application>Microsoft Macintosh PowerPoint</Application>
  <PresentationFormat>On-screen Show (4:3)</PresentationFormat>
  <Paragraphs>337</Paragraphs>
  <Slides>81</Slides>
  <Notes>19</Notes>
  <HiddenSlides>0</HiddenSlides>
  <MMClips>14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91" baseType="lpstr">
      <vt:lpstr>Arial</vt:lpstr>
      <vt:lpstr>BIG CASLON MEDIUM</vt:lpstr>
      <vt:lpstr>BIG CASLON MEDIUM</vt:lpstr>
      <vt:lpstr>Bookman Old Style</vt:lpstr>
      <vt:lpstr>Calibri</vt:lpstr>
      <vt:lpstr>Calibri Light</vt:lpstr>
      <vt:lpstr>Niagara Engraved</vt:lpstr>
      <vt:lpstr>Tahoma</vt:lpstr>
      <vt:lpstr>Times New Roman</vt:lpstr>
      <vt:lpstr>Office Theme</vt:lpstr>
      <vt:lpstr>PowerPoint Presentation</vt:lpstr>
      <vt:lpstr>Announcements</vt:lpstr>
      <vt:lpstr>Prelude</vt:lpstr>
      <vt:lpstr>+ Confession and Forgiveness</vt:lpstr>
      <vt:lpstr>PowerPoint Presentation</vt:lpstr>
      <vt:lpstr>PowerPoint Presentation</vt:lpstr>
      <vt:lpstr>PowerPoint Presentation</vt:lpstr>
      <vt:lpstr>+ Gathering Song</vt:lpstr>
      <vt:lpstr>PowerPoint Presentation</vt:lpstr>
      <vt:lpstr>PowerPoint Presentation</vt:lpstr>
      <vt:lpstr>PowerPoint Presentation</vt:lpstr>
      <vt:lpstr>PowerPoint Presentation</vt:lpstr>
      <vt:lpstr>+ Greeting</vt:lpstr>
      <vt:lpstr>+ Kyrie</vt:lpstr>
      <vt:lpstr>PowerPoint Presentation</vt:lpstr>
      <vt:lpstr>PowerPoint Presentation</vt:lpstr>
      <vt:lpstr>+ Prayer of the Day</vt:lpstr>
      <vt:lpstr>+ Prayer of the Day</vt:lpstr>
      <vt:lpstr>Children’s Message</vt:lpstr>
      <vt:lpstr>First Reading</vt:lpstr>
      <vt:lpstr>PowerPoint Presentation</vt:lpstr>
      <vt:lpstr>PowerPoint Presentation</vt:lpstr>
      <vt:lpstr>PowerPoint Presentation</vt:lpstr>
      <vt:lpstr>PowerPoint Presentation</vt:lpstr>
      <vt:lpstr>Psalm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Second Reading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+ Gospel Announcement</vt:lpstr>
      <vt:lpstr>+ Gospel Reading</vt:lpstr>
      <vt:lpstr>PowerPoint Presentation</vt:lpstr>
      <vt:lpstr>PowerPoint Presentation</vt:lpstr>
      <vt:lpstr>PowerPoint Presentation</vt:lpstr>
      <vt:lpstr>PowerPoint Presentation</vt:lpstr>
      <vt:lpstr>Message</vt:lpstr>
      <vt:lpstr>+ Hymn of the Day</vt:lpstr>
      <vt:lpstr>PowerPoint Presentation</vt:lpstr>
      <vt:lpstr>PowerPoint Presentation</vt:lpstr>
      <vt:lpstr>PowerPoint Presentation</vt:lpstr>
      <vt:lpstr>PowerPoint Presentation</vt:lpstr>
      <vt:lpstr>+ Apostles’ Creed</vt:lpstr>
      <vt:lpstr>PowerPoint Presentation</vt:lpstr>
      <vt:lpstr>PowerPoint Presentation</vt:lpstr>
      <vt:lpstr>+ Prayers of Intercession</vt:lpstr>
      <vt:lpstr>Sharing of the Peace</vt:lpstr>
      <vt:lpstr>Offering</vt:lpstr>
      <vt:lpstr>+ Offertory</vt:lpstr>
      <vt:lpstr>+ Offertory Prayer</vt:lpstr>
      <vt:lpstr>+ The Great Thanksgiving</vt:lpstr>
      <vt:lpstr>PowerPoint Presentation</vt:lpstr>
      <vt:lpstr>PowerPoint Presentation</vt:lpstr>
      <vt:lpstr>PowerPoint Presentation</vt:lpstr>
      <vt:lpstr>PowerPoint Presentation</vt:lpstr>
      <vt:lpstr>+ The Lord’s Prayer</vt:lpstr>
      <vt:lpstr>PowerPoint Presentation</vt:lpstr>
      <vt:lpstr>PowerPoint Presentation</vt:lpstr>
      <vt:lpstr>PowerPoint Presentation</vt:lpstr>
      <vt:lpstr>+ Invitation to Holy Communion</vt:lpstr>
      <vt:lpstr>Communion Hymn</vt:lpstr>
      <vt:lpstr>PowerPoint Presentation</vt:lpstr>
      <vt:lpstr>+ Post Communion Blessing</vt:lpstr>
      <vt:lpstr>+ Post Communion Canticle</vt:lpstr>
      <vt:lpstr>PowerPoint Presentation</vt:lpstr>
      <vt:lpstr>+ Post Communion Prayer </vt:lpstr>
      <vt:lpstr>+ Blessing</vt:lpstr>
      <vt:lpstr>+ Blessing</vt:lpstr>
      <vt:lpstr>+ Sending Hymn</vt:lpstr>
      <vt:lpstr>PowerPoint Presentation</vt:lpstr>
      <vt:lpstr>PowerPoint Presentation</vt:lpstr>
      <vt:lpstr>PowerPoint Presentation</vt:lpstr>
      <vt:lpstr>+ Dismissal</vt:lpstr>
      <vt:lpstr>+Postlude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Bev McGhee</dc:creator>
  <cp:lastModifiedBy>Bev McGhee</cp:lastModifiedBy>
  <cp:revision>65</cp:revision>
  <dcterms:created xsi:type="dcterms:W3CDTF">2021-10-27T21:41:12Z</dcterms:created>
  <dcterms:modified xsi:type="dcterms:W3CDTF">2026-02-22T05:42:53Z</dcterms:modified>
</cp:coreProperties>
</file>